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70" r:id="rId5"/>
    <p:sldId id="271" r:id="rId6"/>
    <p:sldId id="273" r:id="rId7"/>
    <p:sldId id="274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-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1" dirty="0">
                <a:solidFill>
                  <a:srgbClr val="00FF80"/>
                </a:solidFill>
                <a:latin typeface="Segoe UI Semibold"/>
              </a:rPr>
              <a:t>Literature Review on Asure</a:t>
            </a:r>
            <a:endParaRPr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52248" y="1417638"/>
            <a:ext cx="8692055" cy="135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CFFB4"/>
                </a:solidFill>
                <a:latin typeface="Segoe UI Semibold"/>
              </a:rPr>
              <a:t>Asure – AI-Powered Authenticity &amp; Skill Growth Platform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D78B42-3601-42A0-8227-4A41E07F7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48" y="5350386"/>
            <a:ext cx="88917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CFFB4"/>
                </a:solidFill>
                <a:effectLst/>
                <a:latin typeface="Segoe UI Semibold" panose="020B0604020202020204" pitchFamily="34" charset="0"/>
              </a:rPr>
              <a:t>Main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CFFB4"/>
                </a:solidFill>
                <a:effectLst/>
                <a:latin typeface="Segoe UI Semibold" panose="020B0604020202020204" pitchFamily="34" charset="0"/>
              </a:rPr>
              <a:t>“To ensure authenticity and encourage continuous learning through AI verification and personalized tutorial recommendations &amp; smart pricing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B8FDC-543F-43DA-AF04-D8360BC9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14" y="2122461"/>
            <a:ext cx="3061138" cy="3061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1005076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89B8-0813-4681-AD76-29DDBEA9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0FF80"/>
                </a:solidFill>
                <a:latin typeface="Segoe UI Semibold" panose="02020603050405020304" pitchFamily="18" charset="0"/>
                <a:cs typeface="Times New Roman" panose="02020603050405020304" pitchFamily="18" charset="0"/>
              </a:rPr>
              <a:t>Updated Core Features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726FD3-598E-40CA-8109-75D6352287C1}"/>
              </a:ext>
            </a:extLst>
          </p:cNvPr>
          <p:cNvSpPr txBox="1">
            <a:spLocks/>
          </p:cNvSpPr>
          <p:nvPr/>
        </p:nvSpPr>
        <p:spPr>
          <a:xfrm>
            <a:off x="82916" y="1258029"/>
            <a:ext cx="9061084" cy="4880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Product Authenticity Check</a:t>
            </a:r>
          </a:p>
          <a:p>
            <a:pPr algn="l"/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Process: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Scan QR/barcode to verify if a product is real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Technology: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Manual lookup via product database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5C0888-92D2-43F3-A8C7-A7654DCC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94" y="143861"/>
            <a:ext cx="873672" cy="873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620269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89B8-0813-4681-AD76-29DDBEA9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00FF80"/>
                </a:solidFill>
                <a:latin typeface="Segoe UI Semibold"/>
              </a:rPr>
              <a:t>Updated Core Features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726FD3-598E-40CA-8109-75D6352287C1}"/>
              </a:ext>
            </a:extLst>
          </p:cNvPr>
          <p:cNvSpPr txBox="1">
            <a:spLocks/>
          </p:cNvSpPr>
          <p:nvPr/>
        </p:nvSpPr>
        <p:spPr>
          <a:xfrm>
            <a:off x="252249" y="1618591"/>
            <a:ext cx="8555420" cy="4740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Certificate Verification</a:t>
            </a:r>
          </a:p>
          <a:p>
            <a:pPr algn="l"/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Process:</a:t>
            </a: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Upload a certificate (image or PDF), extract data via OCR, and check</a:t>
            </a:r>
          </a:p>
          <a:p>
            <a:pPr algn="l"/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Technology: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authenticity from database Use Tesseract.js (OCR) + backend validation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F7FA6-D8F2-43C7-80F3-4D57DE968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94" y="143861"/>
            <a:ext cx="873672" cy="873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2977713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89B8-0813-4681-AD76-29DDBEA9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0FF80"/>
                </a:solidFill>
                <a:latin typeface="Segoe UI Semibold"/>
              </a:rPr>
              <a:t>Updated Core Features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726FD3-598E-40CA-8109-75D6352287C1}"/>
              </a:ext>
            </a:extLst>
          </p:cNvPr>
          <p:cNvSpPr txBox="1">
            <a:spLocks/>
          </p:cNvSpPr>
          <p:nvPr/>
        </p:nvSpPr>
        <p:spPr>
          <a:xfrm>
            <a:off x="252249" y="1618591"/>
            <a:ext cx="8229600" cy="4792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3CFFB4"/>
                </a:solidFill>
                <a:latin typeface="Segoe UI Semibold"/>
              </a:rPr>
              <a:t>Smart Price Finder</a:t>
            </a:r>
          </a:p>
          <a:p>
            <a:pPr algn="l"/>
            <a:endParaRPr lang="en-US" sz="3200" b="1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Process:</a:t>
            </a: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Show same verified product at lower prices</a:t>
            </a:r>
          </a:p>
          <a:p>
            <a:pPr algn="l"/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Technology: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Integrate simple API or web scraping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26129-19A3-4BB8-8BB8-FF2B1A08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94" y="143861"/>
            <a:ext cx="873672" cy="87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4022389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89B8-0813-4681-AD76-29DDBEA9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0FF80"/>
                </a:solidFill>
                <a:latin typeface="Segoe UI Semibold"/>
              </a:rPr>
              <a:t>Updated Core Features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726FD3-598E-40CA-8109-75D6352287C1}"/>
              </a:ext>
            </a:extLst>
          </p:cNvPr>
          <p:cNvSpPr txBox="1">
            <a:spLocks/>
          </p:cNvSpPr>
          <p:nvPr/>
        </p:nvSpPr>
        <p:spPr>
          <a:xfrm>
            <a:off x="252249" y="1618591"/>
            <a:ext cx="8229600" cy="4109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3CFFB4"/>
                </a:solidFill>
                <a:latin typeface="Segoe UI Semibold"/>
              </a:rPr>
              <a:t>Skill Growth Recommender (NEW)</a:t>
            </a:r>
          </a:p>
          <a:p>
            <a:pPr algn="l"/>
            <a:endParaRPr lang="en-US" sz="3200" b="1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Process: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Suggest best tutorials or courses to improve these skills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Technology: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Use YouTube/Coursera API + ranking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15603-A404-4A32-9FFC-7BD6874C2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94" y="143861"/>
            <a:ext cx="873672" cy="87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145298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44F4-6F54-4539-933D-1F13FEB95B6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>
                <a:solidFill>
                  <a:srgbClr val="00FF80"/>
                </a:solidFill>
                <a:latin typeface="Segoe UI Semibold"/>
              </a:rPr>
              <a:t>Updated Core Features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8F5AD6-5A6B-48DE-8A91-0ED8D858F221}"/>
              </a:ext>
            </a:extLst>
          </p:cNvPr>
          <p:cNvSpPr txBox="1">
            <a:spLocks/>
          </p:cNvSpPr>
          <p:nvPr/>
        </p:nvSpPr>
        <p:spPr>
          <a:xfrm>
            <a:off x="252249" y="1618591"/>
            <a:ext cx="8229600" cy="4109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3CFFB4"/>
                </a:solidFill>
                <a:latin typeface="Segoe UI Semibold"/>
              </a:rPr>
              <a:t>Skill Extraction</a:t>
            </a:r>
          </a:p>
          <a:p>
            <a:pPr algn="l"/>
            <a:endParaRPr lang="en-US" sz="3200" b="1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Process: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Extract relevant skill keywords (e.g., “Python”, “Marketing”, “Data Science”) from verified certificate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3CFFB4"/>
              </a:solidFill>
              <a:latin typeface="Segoe UI Semibold"/>
            </a:endParaRPr>
          </a:p>
          <a:p>
            <a:pPr algn="l"/>
            <a:r>
              <a:rPr lang="en-US" sz="3200" dirty="0">
                <a:solidFill>
                  <a:srgbClr val="3CFFB4"/>
                </a:solidFill>
                <a:latin typeface="Segoe UI Semibold"/>
              </a:rPr>
              <a:t>Technology: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CFFB4"/>
                </a:solidFill>
                <a:latin typeface="Segoe UI Semibold"/>
              </a:rPr>
              <a:t>Use pre-trained BERT or </a:t>
            </a:r>
            <a:r>
              <a:rPr lang="en-US" sz="3200" dirty="0" err="1">
                <a:solidFill>
                  <a:srgbClr val="3CFFB4"/>
                </a:solidFill>
                <a:latin typeface="Segoe UI Semibold"/>
              </a:rPr>
              <a:t>spaCy</a:t>
            </a:r>
            <a:r>
              <a:rPr lang="en-US" sz="3200" dirty="0">
                <a:solidFill>
                  <a:srgbClr val="3CFFB4"/>
                </a:solidFill>
                <a:latin typeface="Segoe UI Semibold"/>
              </a:rPr>
              <a:t>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F3433-801E-4697-8319-F8EDD4CF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294" y="143861"/>
            <a:ext cx="873672" cy="873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</p:spTree>
    <p:extLst>
      <p:ext uri="{BB962C8B-B14F-4D97-AF65-F5344CB8AC3E}">
        <p14:creationId xmlns:p14="http://schemas.microsoft.com/office/powerpoint/2010/main" val="1530640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5EB093-FEB5-4A37-A320-8ADB0C7A708B}"/>
              </a:ext>
            </a:extLst>
          </p:cNvPr>
          <p:cNvSpPr txBox="1">
            <a:spLocks/>
          </p:cNvSpPr>
          <p:nvPr/>
        </p:nvSpPr>
        <p:spPr>
          <a:xfrm>
            <a:off x="254000" y="2603499"/>
            <a:ext cx="8497614" cy="163041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solidFill>
                  <a:srgbClr val="00FF80"/>
                </a:solidFill>
                <a:latin typeface="Segoe UI Semibold"/>
              </a:rPr>
              <a:t>Any Question?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46182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000" y="8636000"/>
            <a:ext cx="1168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>
                <a:solidFill>
                  <a:srgbClr val="64FF96"/>
                </a:solidFill>
              </a:defRPr>
            </a:pPr>
            <a:r>
              <a:t>💫 Apply 'Morph' or 'Fade Zoom' transition → Duration 0.75s → Apply to All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5EB093-FEB5-4A37-A320-8ADB0C7A708B}"/>
              </a:ext>
            </a:extLst>
          </p:cNvPr>
          <p:cNvSpPr txBox="1">
            <a:spLocks/>
          </p:cNvSpPr>
          <p:nvPr/>
        </p:nvSpPr>
        <p:spPr>
          <a:xfrm>
            <a:off x="254000" y="2603499"/>
            <a:ext cx="8497614" cy="163041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solidFill>
                  <a:srgbClr val="00FF80"/>
                </a:solidFill>
                <a:latin typeface="Segoe UI Semibold"/>
              </a:rPr>
              <a:t>Thanks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966111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317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 Semibold</vt:lpstr>
      <vt:lpstr>Office Theme</vt:lpstr>
      <vt:lpstr>Literature Review on Asure</vt:lpstr>
      <vt:lpstr>Updated Core Features</vt:lpstr>
      <vt:lpstr>Updated Core Features</vt:lpstr>
      <vt:lpstr>Updated Core Features</vt:lpstr>
      <vt:lpstr>Updated Core Features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on Asure</dc:title>
  <dc:subject/>
  <dc:creator>User</dc:creator>
  <cp:keywords/>
  <dc:description>generated using python-pptx</dc:description>
  <cp:lastModifiedBy>Ahnaf Akib</cp:lastModifiedBy>
  <cp:revision>3</cp:revision>
  <dcterms:created xsi:type="dcterms:W3CDTF">2013-01-27T09:14:16Z</dcterms:created>
  <dcterms:modified xsi:type="dcterms:W3CDTF">2025-11-10T05:08:09Z</dcterms:modified>
  <cp:category/>
</cp:coreProperties>
</file>